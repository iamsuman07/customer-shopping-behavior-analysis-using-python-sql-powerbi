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Analyzing 3,900 transactions across product categories to uncover spending patterns, customer segments, and strategic opportunities.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4456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60449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1317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Rows in the 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74456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60449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01317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Columns of data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78807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$59.76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64800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05668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spend per order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78807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3.75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64800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05668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review score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57172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features include customer demographics, purchase details, shopping behavior, and subscription status. Only 37 values were missing — all in the Review Rating column.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249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Preparation in Python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33360" y="132268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1574602"/>
            <a:ext cx="6296860" cy="1905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692374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Load &amp; Explore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33360" y="2022177"/>
            <a:ext cx="6296860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dataset with pandas; used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structure and stats.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33360" y="253047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3360" y="2782391"/>
            <a:ext cx="6296860" cy="1905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00164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Clean Missing Data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233360" y="3229967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37 missing Review Ratings using median rating per product category.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33360" y="371921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3971131"/>
            <a:ext cx="6296860" cy="1905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088904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Engineer Features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233360" y="4418707"/>
            <a:ext cx="6296860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; dropped redundant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33360" y="518120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233360" y="5433120"/>
            <a:ext cx="6296860" cy="1905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50892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Load to Database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233360" y="5880695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to PostgreSQL and loaded the cleaned DataFrame for SQL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967E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total revenue — more than double the $75,191 from female customers.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suggests a significant spending gap worth exploring through targeted marketing and product recommendations.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 Numbers Say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Non-subscribers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(2,847 customers) account for 73% of the base and $170,436 in revenue.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(1,053 customers) contribute $62,645 — a large untapped opportunity.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46141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D2D9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32018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63430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spend is nearly identical (~$59.50), meaning subscribers are just as valuable per person.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Segment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were classified into three segments based on purchase history: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28677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Loyal (3,116)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The vast majority, strong repeat purchase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Returning (701)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Active but not yet fully loyal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New (83)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Small but important growth segment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74057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customers with more than 5 purchases, 958 are subscribers vs. 2,518 non-subscribers — repeat buyers are more likely to subscribe.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Age Group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is relatively evenly distributed across age groups, with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leading at $62,143 and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Seniors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at $55,763 — a difference of only ~$6K.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four age groups are meaningful revenue contributors, making age-targeted campaigns broadly relevant.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75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Products by Category &amp; Rating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90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3 Products per Category</a:t>
            </a:r>
            <a:endParaRPr lang="en-US" sz="1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43708"/>
          <a:ext cx="9143771" cy="914400"/>
        </p:xfrm>
        <a:graphic>
          <a:graphicData uri="http://schemas.openxmlformats.org/drawingml/2006/table">
            <a:tbl>
              <a:tblPr/>
              <a:tblGrid>
                <a:gridCol w="1738203"/>
                <a:gridCol w="1738203"/>
                <a:gridCol w="1738203"/>
              </a:tblGrid>
              <a:tr h="503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Category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Product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Orders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Accessories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Jewelry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171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Clothing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Blouse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171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Footwear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Sandals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160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3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Outerwear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Jacket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163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535772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042271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548770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055269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21961" y="15690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5 Products by Rating</a:t>
            </a:r>
            <a:endParaRPr lang="en-US" sz="17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961" y="2043708"/>
          <a:ext cx="9143771" cy="914400"/>
        </p:xfrm>
        <a:graphic>
          <a:graphicData uri="http://schemas.openxmlformats.org/drawingml/2006/table">
            <a:tbl>
              <a:tblPr/>
              <a:tblGrid>
                <a:gridCol w="2607304"/>
                <a:gridCol w="2607304"/>
              </a:tblGrid>
              <a:tr h="503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Product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Avg Rating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Gloves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3.86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Sandals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3.84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Boots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3.82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Hat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3.80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3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Skirt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3.78</a:t>
                      </a:r>
                      <a:endParaRPr lang="en-US" sz="14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0158" marR="18015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21961" y="2535772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321961" y="3042271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6321961" y="3548770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6321961" y="4055269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321961" y="4561768"/>
            <a:ext cx="5214609" cy="112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321961" y="5282307"/>
            <a:ext cx="521460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shipping customers spend slightly more on average ($60.48 vs $58.46). Hat, Sneakers, and Coat have the highest discount rates (~49–50%).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820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5615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interactive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Customer Behavior Dashboard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was built to visualize all key insights at a glance, with filters for Subscription Status, Gender, Category, and Shipping Type.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9714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3.9K customers · $59.76 avg purchase · 3.75 avg rating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7760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9714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by Category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3800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Clothing leads at $100K, followed by Accessories ($75K), Footwear ($30K), Outerwear ($15K)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9741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51694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Subscription Split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5781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73% non-subscribers vs 27% subscribers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47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Recommendations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24955"/>
            <a:ext cx="6296860" cy="11761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6163" y="1403449"/>
            <a:ext cx="5863681" cy="268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Boost Subscriptions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6163" y="175230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subscriber benefits to convert the 73% non-subscriber base.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35634"/>
            <a:ext cx="6296860" cy="11761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6163" y="2714129"/>
            <a:ext cx="5863681" cy="268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Loyalty Programs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6163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move them into the "Loyal" segment (currently 3,116 customers).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46314"/>
            <a:ext cx="6296860" cy="11761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6163" y="4024809"/>
            <a:ext cx="5863681" cy="268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Review Discount Policy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6163" y="437366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boosts from discounts with margin control — ~50% of Hat and Sneaker sales use discounts.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56994"/>
            <a:ext cx="6296860" cy="11761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6163" y="5335488"/>
            <a:ext cx="5863681" cy="268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Targeted Marketing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916163" y="56843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(Young Adults lead) and express-shipping users who spend more.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2026-09-07T17:13:40Z</dcterms:created>
  <dcterms:modified xsi:type="dcterms:W3CDTF">2026-09-07T17:13:40Z</dcterms:modified>
</cp:coreProperties>
</file>